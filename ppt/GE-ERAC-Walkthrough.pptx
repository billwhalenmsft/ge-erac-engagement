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RAC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Solution Engineering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 Verisk · ERAC —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ERAC Lite CRM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trusted model for your LTC reinsurance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Walkthrough</a:t>
            </a:r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Built on your feedback   ·   June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2926080" cy="54864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your team uses it — in five acts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9728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Orient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31920" y="1371600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model: Legal Entity → TPA → Cedent, and who works with whom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789920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59152"/>
            <a:ext cx="109728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Work a record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359152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partner: 360 card, timeline, contacts, and the Account 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73552"/>
            <a:ext cx="10789920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46704"/>
            <a:ext cx="109728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46704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The data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3346704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Treaties, reserve adequacy, partnership ratings, risk, disputes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61104"/>
            <a:ext cx="10789920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34256"/>
            <a:ext cx="109728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34256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Work &amp; strategy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31920" y="4334256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&amp; Strategy plan + the Strategy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248656"/>
            <a:ext cx="10789920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321808"/>
            <a:ext cx="109728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2180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Analytics &amp; integration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931920" y="532180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Analytics, Know Your Policyholder, Partnership/Risk, link-outs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1 · Orient  ·  Scene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the problem &amp; the model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Cedents &amp; Contacts → Relationship 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Cedents &amp; Contacts → Relationship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“ERAC is your LTC reinsurance business. You contract with carriers who cede risk to you, and TPAs administer those blocks. Today that map lives in spreadsheets — here it is as one picture.”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 / TPA / Hybrid framing cards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Legal Entity → TPA → Cedent structure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cedents · 4 TPAs · 1 hybrid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1 · Orient  ·  Scene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matrix — who works with whom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 Map → Coverage Matrix → filter ERAC / Illumifin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 Map → Coverage Matrix → filter ERAC / Illumifin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“I’ll filter to ERAC’s Illumifin-administered carriers. Now I see function coverage — claims, actuarial, finance — each contact’s capacity, and the systems they touch.”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coverage + capacity per partner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systems per relationship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live — not a static picture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2 · Work a record  ·  Scene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partner — record + timeline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Views → Cedents → Allianz →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Views → Cedents → Allianz →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the heart of the app — one carrier record. The 360 card, volume metrics, and the real history: calls, emails, meetings, notes. Nobody digs through Outlook to know where we stand.”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 360 card + volume metrics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Hydrated activity timeline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contacts with a primary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2 · Work a record  ·  Scene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Map &amp; Plan — who at ERAC owns 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Cedents &amp; Contacts → Account Map  (or the account form tab)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Cedents &amp; Contacts → Account Map  (or the account form tab)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the top-down view you asked for: who at ERAC works this account — engagement lead, claims, actuarial, legal, finance — next to the carrier’s contacts, plus the account plan.”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ERAC engagement pod by function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partner contacts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plan: health · objectives · next steps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2 · Work a record  ·  Scene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 360 vs TPA 360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Views → TPAs → Illumifin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Views → TPAs → Illumifin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“Allianz was a cedent — treaties, reserves, partnership rating. Illumifin is a TPA, so the same card becomes a TPA 360: role, service rating, adjusting capacity, open claims. The record knows what it’s looking at.”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Type-aware 360 card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TPA: service rating, capacity, open claims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carries both roles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3 · Data model  ·  Scene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FF4CE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Treaties · Reserve Adequacy · Partnership Ratings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Treaties  →  Reserve Adequacy  →  Partnership Ratings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Treaties  →  Reserve Adequacy  →  Partnership Ratings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“These aren’t slides — they’re real tables. Treaties define what’s ceded. Reserve Adequacy is your actuarial adequacy by line of business. Partnership Ratings is the scored history that feeds the PRR.”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Treaties (8) — ceded agreements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Adequacy (7) — % vs tolerance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 Ratings (12) — scored history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3 · Data model  ·  Scene 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FF4CE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Assessments &amp; Disputes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Assessments  →  Disputes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Assessments  →  Disputes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“Risk Assessments capture exposure per partner. Disputes track legal exposure — open matters, category, dollar amount — the same numbers that roll up into Legal Dispute Exposure in analytics.”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Assessments (6) — scored exposure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Disputes (4) — category + $ exposure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the analytics roll-up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4 · Work &amp; strategy  ·  Scene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&amp; Strategy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→ Projects &amp; 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→ Projects &amp;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the strategy view you asked about. Top: in-flight projects — Allianz Fraud Sentry, the Sagility extension, DMF, the audit pipeline. Below: your Operational Strategy plan, phased Initiating through Closing.”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In-flight projects (real names)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Strategy 2025 Kanban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Initiating → Closing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4 · Work &amp; strategy  ·  Scene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Studio — “who maintains it”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→ Strategy Studio → UNUM → Approve → Review cadence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→ Strategy Studio → UNUM → Approve → Review cadence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how your team keeps strategy current without a developer. The agent drafts a strategy profile from each partner’s own data — you review and approve — then it schedules the quarterly review and nudges the owner in Teams.”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drafts profile from partner data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review &amp; approve (human-in-loop)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quarterly review reminders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5 · Analytics &amp; integration  ·  Scene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Analytics storyline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→ Portfolio Analytics → executive band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→ Portfolio Analytics → executive band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“Four leadership lenses in one band: claims triage, partnership trend, actuarial reserve variance, and legal dispute exposure — operations and risk together. And these are the same treaties, ratings, and disputes we just walked through, rolled up.”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triage · Partnership trend (PRR)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Actuarial variance · Legal exposure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Rolls up the real records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5 · Analytics &amp; integration  ·  Scene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Policyholder (KYP)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→ KYP → Policy / Open &amp; Pending 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→ KYP → Policy / Open &amp; Pending Claim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your own Know Your Policyholder dashboard, surfaced in the app — 192K policies across ERAC and UFLIC, drillable by Legal Entity, Block, Sub Block, TPA, Cedent, Cohort. Your team never leaves the app to get the report.”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192K policies · ERAC + UFLIC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Drill: Entity/Block/TPA/Cedent/Cohort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data from Fabric / LTC Core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5 · Analytics &amp; integration  ·  Scene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FF4CE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 &amp; Risk drill-down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→ Partnership &amp; Risk → Overall → LTC → Allianz → toggle Risk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→ Partnership &amp; Risk → Overall → LTC → Allianz → toggle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“Assess partnerships top-down: start with all partners, drill by line of business, then into a single carrier. Same pattern for risk — one toggle. Sensitive commentary is gated by security role.”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Top-down drill by LOB → partner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 / Risk toggle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RLS-gated sensitive commentary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5 · Analytics &amp; integration  ·  Scene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966960" y="2926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92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Cut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Systems, Help &amp; close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Cedents &amp; Contacts → External Systems  ·  Help &amp; Resources → Help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858000" cy="4480560"/>
          </a:xfrm>
          <a:prstGeom prst="rect">
            <a:avLst/>
          </a:prstGeom>
          <a:solidFill>
            <a:srgbClr val="F5F7FA"/>
          </a:solidFill>
          <a:ln w="19050">
            <a:solidFill>
              <a:srgbClr val="E1DFD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Cedents &amp; Contacts → External Systems  ·  Help &amp; Resources → Help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live screen capture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73152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96596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 don’t rip and replace — we link out to where work lives: IronClad, MIRO, SharePoint, Business Objects, Standard Work, Claims Gold Standard, SLA evaluation, the Power BI workspace. One workspace, every system a click away.”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9319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system link-outs (nav + on record)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Help / cheat sheet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Connectors into Fabric &amp; LTC Core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heard you — your feedback, now live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asked for…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Counterparties renamed to Partners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— nav, views &amp; screens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 contacts on every account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— all 11, with a primary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“Who at ERAC works this account”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— Account Map &amp; Plan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real Power BI report (KYP)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— its own destination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Systems easy to find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— left-nav + on record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Cedent/TPA clarity · analytics · nav icons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42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trusted model. One workspace.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structure, your partners, your treaties and risk, your work in flight, and your own analytics — for the whole team.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make this indispensable for your team?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937760"/>
            <a:ext cx="2926080" cy="54864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 ERAC — ERAC Lite CRM Walkthrough</dc:title>
  <dc:subject>PptxGenJS Presentation</dc:subject>
  <dc:creator>Microsoft Solution Engineering</dc:creator>
  <cp:lastModifiedBy>Microsoft Solution Engineering</cp:lastModifiedBy>
  <cp:revision>1</cp:revision>
  <dcterms:created xsi:type="dcterms:W3CDTF">2026-06-12T17:20:41Z</dcterms:created>
  <dcterms:modified xsi:type="dcterms:W3CDTF">2026-06-12T17:20:41Z</dcterms:modified>
</cp:coreProperties>
</file>